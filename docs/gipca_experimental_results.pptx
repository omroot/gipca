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A65D7-8FAA-2044-AAA2-89743FD08EA0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9C8F2-E5A9-D04D-9937-4CE73FA7F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6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9C8F2-E5A9-D04D-9937-4CE73FA7F4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9374-2ED9-A5BF-88C3-DE8931DCF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6F831-02D2-BAA8-D02A-93FFA203D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539FA-27B6-0480-1431-4AD399F9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A499F-04D8-4BB7-E15E-4136BE25F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0EBD-A913-657F-5E8A-7849AF5C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8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523D-D061-86FF-04D3-3CA1EC53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DF012-1FD7-00E4-477C-3AAA04CAB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0B68-538F-D2FC-638D-3EB377A4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D85F4-6542-7078-9FF5-C73D0FD3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9BAD5-F55C-CB39-219E-3013DF3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1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8C05-C3D0-D86C-EAA2-40143F0A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9F1FF-8F1D-8AC9-A5CA-8FAC678D0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4F8-F8EB-87CC-F21B-923B7E77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7368D-5717-881B-0F56-18288EE6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A0903-BD10-2F77-0F56-125656199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13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D9ED-E5CA-8CA4-0FEC-43BCE185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5BB6-8BFC-C3CD-0425-DE8A26265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E8D06-7406-20DE-17E3-C516A7CDC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39CD1-DD94-662F-1155-CBD68CDA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7FBF5-0EF2-976B-9A33-16A0867F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6F2DD-DB5A-1930-4F99-462A7A9C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6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5C28-354F-D5BC-A968-42AFD5A1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6D4B3-C5F1-0025-837B-084338FD1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0FBB2-CB94-46D4-743D-455BE7112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66866-A7EC-AE27-1182-3F8F660B7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A9D1E-1EAB-5DCF-01B6-1449AB208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8026D-591C-4ED3-1F6E-70389FC6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6B591B-C07A-3355-253F-6936A557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1934F-59CC-3A55-62F2-1E320649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0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4DE6-5E94-B79D-F6F4-441855566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67A4-6CD0-F165-280B-6D6300736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E0105-E3ED-6DE4-F25B-9C4B89E4C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EE6EE-DA05-5365-3DB4-387B5E85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5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DAF43-8B2E-5D48-9C9F-3F9BC6DF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1D6C4-A962-65A0-1CEE-6BC9C667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123CE-5641-94F6-59AA-6F41A92F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CAE6-9428-49E9-A1AC-3EFBF2B0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7C9D6-AB89-647D-D6BF-C33F7CFAB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02403-3D4E-ACDD-CDA7-E974C0EA1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13B46-73EC-E95A-D9F1-F62775B4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B670A-44EA-26AC-BB7B-949B8862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3FA85-B3E2-5291-51FF-C5AA6E13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0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19EC3-9305-6693-8D12-42D2CCC91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3D3AF-1DEC-B8BF-3B47-D4E36DBDD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56D99-4F85-2E4F-4BE1-DE459F803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FBE99-3472-2996-5380-34F931CE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9709E-F40F-B08B-482B-A01C05D7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7E951-DA45-1EA4-363F-C9EE4AFE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0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0949-946A-2E98-A4F5-93C31AFB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F56DC-2B50-4D6F-D8CC-39542FB50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C3990-06B8-897C-F979-2E5910499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F8B6C-A1B6-052F-3570-4C4F8346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B88ED-EFD0-4A8E-DEE9-8384CEDC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5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03771-C6D3-5F9E-C902-A6263233D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129C7-2345-E2F7-CC79-616F9D55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15ED1-2079-3121-66B9-A85FA250E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2015B-85E2-8008-827E-36F49050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C8F46-92C8-AC0E-481B-204D9633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4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7CFE4-259C-832D-A89F-8FAF48AE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38A0-A05C-B0D8-FA96-8C9D92B55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B9CB3-9CC6-EA72-9C01-103171DB4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26FE9-1565-A149-922D-43F94C49E2A2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6B849-F12D-F24D-001A-956622207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1E0E9-546C-05AE-F653-5833CB0BB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87D55-ABAE-4141-A2F5-C8E98024A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4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17E0-4C19-CF41-D177-98D2B129F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GIPCA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C8E37-EF15-93C9-ECBA-D65100BAF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  <a:p>
            <a:r>
              <a:rPr lang="en-US" dirty="0"/>
              <a:t>Andrew </a:t>
            </a:r>
            <a:r>
              <a:rPr lang="en-US" dirty="0" err="1"/>
              <a:t>Lesniweski</a:t>
            </a:r>
            <a:r>
              <a:rPr lang="en-US" dirty="0"/>
              <a:t> and Oualid Missaoui</a:t>
            </a:r>
          </a:p>
        </p:txBody>
      </p:sp>
    </p:spTree>
    <p:extLst>
      <p:ext uri="{BB962C8B-B14F-4D97-AF65-F5344CB8AC3E}">
        <p14:creationId xmlns:p14="http://schemas.microsoft.com/office/powerpoint/2010/main" val="247140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D094-B046-DC04-94F4-0A03BE1B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CEAA9-E395-0139-4E30-241967EA5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Simulated data</a:t>
            </a:r>
          </a:p>
          <a:p>
            <a:pPr lvl="1"/>
            <a:r>
              <a:rPr lang="en-US" dirty="0"/>
              <a:t>IPCA</a:t>
            </a:r>
          </a:p>
          <a:p>
            <a:pPr lvl="1"/>
            <a:r>
              <a:rPr lang="en-US" dirty="0"/>
              <a:t>GIPCA</a:t>
            </a:r>
          </a:p>
          <a:p>
            <a:pPr lvl="1"/>
            <a:r>
              <a:rPr lang="en-US" dirty="0"/>
              <a:t>IPCA vs GIPCA</a:t>
            </a:r>
          </a:p>
          <a:p>
            <a:r>
              <a:rPr lang="en-US" dirty="0"/>
              <a:t>Asset Pricing</a:t>
            </a:r>
          </a:p>
          <a:p>
            <a:pPr lvl="1"/>
            <a:r>
              <a:rPr lang="en-US" dirty="0"/>
              <a:t>Fama French 5 factors Macro</a:t>
            </a:r>
          </a:p>
          <a:p>
            <a:pPr lvl="1"/>
            <a:r>
              <a:rPr lang="en-US" dirty="0"/>
              <a:t>Welch-Goyal Macro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2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C8117-4E45-E481-7052-CB81C0291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840"/>
            <a:ext cx="10515600" cy="1325563"/>
          </a:xfrm>
        </p:spPr>
        <p:txBody>
          <a:bodyPr/>
          <a:lstStyle/>
          <a:p>
            <a:r>
              <a:rPr lang="en-US" dirty="0"/>
              <a:t>Simulated IPCA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9018-1739-96A5-60DE-1C9D5502C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533B0F-2A7B-03E1-7A91-E325641A5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024" y="77025"/>
            <a:ext cx="6355976" cy="4593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661CD8-1763-A3A2-F8E8-81C5CC0E4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65002"/>
            <a:ext cx="55626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9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4851-F7F9-454F-B6B3-2BAF3F87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5082988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Simulated GIPCA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037E2-A194-5790-11E8-2CB878AA9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A0A1C-E81E-4777-8C62-A08FF3E4E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8256"/>
            <a:ext cx="7772400" cy="43273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2CE19F-7BC1-931B-1B37-41ED2665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70" y="4681818"/>
            <a:ext cx="55118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3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DB45-61A2-1FE6-3E95-AD6058B40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8216"/>
          </a:xfrm>
        </p:spPr>
        <p:txBody>
          <a:bodyPr/>
          <a:lstStyle/>
          <a:p>
            <a:r>
              <a:rPr lang="en-US" dirty="0"/>
              <a:t>IPCA vs GIPCA on Simulated GIPCA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892AB-E7C7-003A-939B-985473310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67DD9-9FE6-04AB-576D-7C895396E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2" y="818216"/>
            <a:ext cx="8314765" cy="58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7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B80B-AA67-E6A9-3A30-4A4A0434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Pricing IPCA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8557C-7CF0-D701-CD99-15865772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46C8B-7BF4-A66E-F590-736C8DE91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842" y="2307664"/>
            <a:ext cx="56134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4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FC8F-058E-4215-84C0-80E7AFFA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Pricing – Fama French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12001-A54D-ED86-B66A-6E69EB5E2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BD868B-0FE9-344F-2F28-C0D92A8B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662" y="2139203"/>
            <a:ext cx="76327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0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E8DF-2364-005A-C28B-478790F9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Pricing – Welch - Goyal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6099B-4AB1-AEE3-A274-43E2BB2E9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3803A-2A7F-E7C7-919B-B8873C166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056" y="2082052"/>
            <a:ext cx="77089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5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51</Words>
  <Application>Microsoft Macintosh PowerPoint</Application>
  <PresentationFormat>Widescreen</PresentationFormat>
  <Paragraphs>18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GIPCA </vt:lpstr>
      <vt:lpstr>Agenda</vt:lpstr>
      <vt:lpstr>Simulated IPCA</vt:lpstr>
      <vt:lpstr>Simulated GIPCA</vt:lpstr>
      <vt:lpstr>IPCA vs GIPCA on Simulated GIPCA</vt:lpstr>
      <vt:lpstr>Asset Pricing IPCA</vt:lpstr>
      <vt:lpstr>Asset Pricing – Fama French</vt:lpstr>
      <vt:lpstr>Asset Pricing – Welch - Goyal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Oualid Missaoui</dc:creator>
  <cp:lastModifiedBy>Oualid Missaoui</cp:lastModifiedBy>
  <cp:revision>1</cp:revision>
  <dcterms:created xsi:type="dcterms:W3CDTF">2026-03-04T15:51:54Z</dcterms:created>
  <dcterms:modified xsi:type="dcterms:W3CDTF">2026-03-04T17:39:29Z</dcterms:modified>
</cp:coreProperties>
</file>